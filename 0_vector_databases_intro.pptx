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Úvod. Predchádzajúci kurz skončil ručne postaveným RAG: pandas tabuľka s vektormi a cyklus s kosínusovou podobnosťou. Dnes tú tabuľku nahradíme skutočnou vektorovou databázou a na konci ju spojíme s grafovou.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Tento obrázok ste videli v predchádzajúcom kurze. Dva momenty: raz pri nastavení (dokumenty sa zmenia na čísla a uložia), potom pri každej otázke (otázka sa zmení na čísla, nájdu sa najbližšie dokumenty, idú do promptu). Vektorová databáza je krok dva a tri. Doteraz to bola tabuľka v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Jedna myšlienka celého modulu. Slovo alebo text sa zmení na zoznam čísel. Nikto nevybral, čo znamená ktoré číslo, model sa to naučil pri tréningu: podobný význam, blízke body. Kosínusová vzdialenosť: nula je to isté, okolo jednotky nesúvisí. Toto číslo Chroma tlačí pri každom výsledku. Spodný pás: ako čísla vznikajú, tokeny, transformer, priemer cez tokeny.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Vektorová databáza je tabuľka, ktorú už poznáte, plus tri veci navyše: trvalé uloženie, index pre rýchle hľadanie najbližších susedov a filtre podľa metadát. Všetky vektorové databázy robia to isté, líšia sa balením. Začíname s Chromou, lebo beží priamo v notebooku bez servera a bez účtu.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Mentálny model Chromy: klient je databáza, kolekcia je tabuľka s jednou embedding funkciou a jednou vzdialenosťou, a nad ňou štyri operácie. Dve veci, na ktoré si dať pozor: embedding funkcia je pevná na kolekciu, a filter sa aplikuje pred hodnotením podľa významu. Teraz ideme do notebooku.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modulu. Dnes ideme do hĺbky v ChromaDB a ukážeme grafovú demonštráciu. Pinecone, LlamaIndex a bezpečnosť RAG sú v notebookoch na samoštúdium, všetko je v jednom repozitári s Colab odkazmi.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Upútavka na grafovú demonštráciu. Šesť firemných dokumentov, jazykový model z nich vytiahne entity a vzťahy podľa malej schémy, tie idú do Neo4j, texty idú do Chromy. Jedna otázka, tri odpovede vedľa seba: len vektory, len graf, oboje. Graf použiť vtedy, keď otázky skáču medzi dokumentmi. Inak zostať pri obyčajnom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pandas table to a real store, and from a store to a 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949440" y="109728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002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685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7456" y="813816"/>
            <a:ext cx="603504" cy="786384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077456" y="1225296"/>
            <a:ext cx="603504" cy="5029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Barcik  ·  GenAI Engineer course, module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left off: RAG is two moments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WHEN YOU SET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company profiles)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90652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6047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[0.03, -0.02, …]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90652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6047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481328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481328"/>
            <a:ext cx="35661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VECTOR DB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................ | vector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Pentera is a …   | [0.03, -0.02, …]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Wiz is a …          | [0.05,  0.01, …]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SOMEONE ASKS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invested in Pentera?”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46100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1592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0" y="31546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315468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[0.04, -0.01, …]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346100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31592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31546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15468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docs)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46100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592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31546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15468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those docs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2487168"/>
            <a:ext cx="0" cy="667512"/>
          </a:xfrm>
          <a:prstGeom prst="line">
            <a:avLst/>
          </a:prstGeom>
          <a:noFill/>
          <a:ln w="19050">
            <a:solidFill>
              <a:srgbClr val="0F766E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database is step 2 and step 3. Today it stops being a pandas DataFrame.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embedding is a point in meaning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1188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“Robert”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563624"/>
            <a:ext cx="54864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[-0.054, 0.027,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-0.107, -0.004, …]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 numbers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chose what each number means.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during training to put texts with similar meaning close together.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far apart two directions point: 0 = the same, around 1 = unrelated. Smaller is closer. That is the number Chroma prints next to every result.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749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384 dimensions squashed to two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82880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764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theft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251460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tunnel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80960" y="32461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risotto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28803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bread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36118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42432" y="2240280"/>
            <a:ext cx="237744" cy="237744"/>
          </a:xfrm>
          <a:prstGeom prst="star5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question: “how do hackers steal logins?”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61304" y="2359152"/>
            <a:ext cx="246888" cy="-13716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861304" y="2359152"/>
            <a:ext cx="-210312" cy="-45720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tokens → each token gets a vector → transformer layers let tokens adjust to their neighbours → mean pooling averages them into one vector.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vector database is a table plus an index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246888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Public-key cryptography, also known as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{category: cryptography, year: 1976}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[-0.079, 0.010, … 384]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Stuxnet stands as a watershed moment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{category: cyberwarfare, year: 2010}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[ 0.031, -0.044, … 384]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document_5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 Authentication (MFA) is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{category: authentication, year: 2020}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[-0.012, 0.058, … 384]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80160"/>
            <a:ext cx="8229600" cy="329184"/>
          </a:xfrm>
          <a:prstGeom prst="rect">
            <a:avLst/>
          </a:prstGeom>
          <a:solidFill>
            <a:srgbClr val="F1F5F9">
              <a:alpha val="6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pandas table from the previous course, with metadata added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31272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on disk (or a server). Close the notebook, come back tomorrow, the vectors are still there. No re-embedding.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31272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(HNSW)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search over millions of vectors in milliseconds, instead of a cosine loop over every row.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1272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7220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where={"year": {"$gte": 2010}} before ranking by meaning. Permissions, dates, customers: business rules meet retrieval.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Pinecone, pgvector, Qdrant, Weaviate: the same idea, different packaging. We start with Chroma because it runs inside the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TYPE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in one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0116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chromadb.PersistentClient(path="./chroma_db")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51760" y="1769364"/>
            <a:ext cx="54864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4676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0116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function,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distance, many rows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8036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get_or_create_collection("cyber_docs",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embedding_function=…, configuration=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{"hnsw": {"space": "cosine"}})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0" y="1769364"/>
            <a:ext cx="54864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4676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3444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/ upsert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vector stored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9164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+ where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by id or filter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nearest rows + distances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6060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id or by filter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154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function is fixed per collection.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queries must go through the same model, or the distances mean nothing. Local all-MiniLM (384 numbers, free) and OpenAI text-embedding-3-small (1,536, cents) live in separate collections.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54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first, rank by meaning second.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query(query_texts=[q], n_results=3, where={"difficulty": "beginner"}, where_document={"$contains": "certificate"}). Results come back as lists of lists, one inner list per query text.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module, five stops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inside the notebook. Embeddings, collections, filters, search, RAG.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in depth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39696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768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76856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76856" y="2423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ideas as a managed cloud service: serverless indexes, namespaces, audio vectors.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76856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22192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59352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59352" y="2423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wraps loading, chunking, indexing and querying in a few lines.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59352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04688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41848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41848" y="2423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and Cypher, then GraphRAG: a language model turns text into a graph.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41848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demo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87184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24344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RAG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324344" y="24231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Anonymisation, access control in metadata, prompt constraints, output redaction.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24344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one GitHub repo with Colab badges; the notebooks fetch their data files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similarity stops: the graph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737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documents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notes, a design doc,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announcement…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77440" y="1837944"/>
            <a:ext cx="64008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234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34440"/>
            <a:ext cx="21945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 + relationships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Marcus -[LEADS]-&gt; Fraud Detection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Sarah -[PRESENTED_AT]-&gt; NeurIPS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Andrew Ng -[MEMBER_OF]-&gt; Stanford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0" y="1517904"/>
            <a:ext cx="54864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157984"/>
            <a:ext cx="548640" cy="164592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23444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23444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graph: what is connected to what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vectors: what sounds like the question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two closest documents, misses everyone mentioned elsewhere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291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every connection, but only as bare edges: no dates, no numbers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291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find the entry documents, the graph walks out from the people in them, one prompt carries both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three answers, printed side by side in the notebook. Use the graph when questions hop across documents; stay with plain RAG until it fails.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Databases</dc:title>
  <dc:subject>PptxGenJS Presentation</dc:subject>
  <dc:creator>PptxGenJS</dc:creator>
  <cp:lastModifiedBy>PptxGenJS</cp:lastModifiedBy>
  <cp:revision>1</cp:revision>
  <dcterms:created xsi:type="dcterms:W3CDTF">2026-09-13T06:47:48Z</dcterms:created>
  <dcterms:modified xsi:type="dcterms:W3CDTF">2026-09-13T06:47:48Z</dcterms:modified>
</cp:coreProperties>
</file>